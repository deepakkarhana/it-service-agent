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isn't answering questions - it's knowing when not to answer. This agent is built around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data pack: 11 policies, 15 employee requests, 10 tickets - and a deliberate conflict between two of the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it is an agent rather than a chatbot - it decides, acts (creates the ticket, raises the escalation) and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vector database, no agent framework, no microservices - 11 policies do not need them, and each would add a way for the demo to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only asks a question when the answer genuinely changes what happens next - it does not ask for the sake of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alone is not reliable enough to decide company policy on; pinning alone would not show retrieval is really happening. Both together give a guaranteed-correct citation plus a visible relevance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is the difference between a demo and something you would let near real employees.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and 5 together are the routing story. 6 and 7 together are the judgement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closed ticket tells you what happened once. It does not make it a rule - and the agent says so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design decision: the model understands, the code decides. That is what makes it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AGENT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internal service agent for IT support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describes a problem in plain English. The agent finds the governing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makes one explicit decision about what happens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325880" cy="384048"/>
          </a:xfrm>
          <a:prstGeom prst="roundRect">
            <a:avLst>
              <a:gd name="adj" fmla="val 11904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9112" y="3794760"/>
            <a:ext cx="1325880" cy="384048"/>
          </a:xfrm>
          <a:prstGeom prst="roundRect">
            <a:avLst>
              <a:gd name="adj" fmla="val 1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9112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9584" y="3794760"/>
            <a:ext cx="1325880" cy="384048"/>
          </a:xfrm>
          <a:prstGeom prst="roundRect">
            <a:avLst>
              <a:gd name="adj" fmla="val 11904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0056" y="3794760"/>
            <a:ext cx="1325880" cy="384048"/>
          </a:xfrm>
          <a:prstGeom prst="roundRect">
            <a:avLst>
              <a:gd name="adj" fmla="val 11904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0056" y="37947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10528" y="3794760"/>
            <a:ext cx="1691640" cy="384048"/>
          </a:xfrm>
          <a:prstGeom prst="roundRect">
            <a:avLst>
              <a:gd name="adj" fmla="val 1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3794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its source.   Every interaction is audited.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it-service-agent.onrender.com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IT service desk actually deals with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71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policies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90138" y="1234440"/>
            <a:ext cx="25671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90138" y="132588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90138" y="1847088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234440"/>
            <a:ext cx="25671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1636" y="132588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31636" y="1847088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tickets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73134" y="1234440"/>
            <a:ext cx="25671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3134" y="132588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073134" y="1847088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policy conflict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5362956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278892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work, every day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200400"/>
            <a:ext cx="48143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accounts, expired VPN, printers, phishing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already covered by a written policy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still has to read it, find the policy, work out who owns it, and open a ticket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and inconsistent - two agents, two answers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7356" y="2560320"/>
            <a:ext cx="5362956" cy="2697480"/>
          </a:xfrm>
          <a:prstGeom prst="roundRect">
            <a:avLst>
              <a:gd name="adj" fmla="val 2034"/>
            </a:avLst>
          </a:prstGeom>
          <a:solidFill>
            <a:srgbClr val="EAF0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51676" y="278892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cases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3200400"/>
            <a:ext cx="48143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missing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policies disagree with each other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belongs to Finance, not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must go straight to Security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answering. It is knowing when not to answer.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things, in order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517904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435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28216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issue and the facts stated - without guessing the ones that were not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450592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3682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660904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governing policy and related tickets, and shows the source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383280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89888" y="3300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5935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explicit decision, not a conversation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315968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233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526280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 and unsupported requests always reach a human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5663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5248656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5248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5166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45896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timestamped and recorded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3504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it is an agent rather than a chatbot: it decides, it acts, and it records.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4858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148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frontend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697224" y="12344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20184" y="1234440"/>
            <a:ext cx="314858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0184" y="1234440"/>
            <a:ext cx="3148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68768" y="12344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491728" y="1234440"/>
            <a:ext cx="3148584" cy="658368"/>
          </a:xfrm>
          <a:prstGeom prst="roundRect">
            <a:avLst>
              <a:gd name="adj" fmla="val 8333"/>
            </a:avLst>
          </a:prstGeom>
          <a:solidFill>
            <a:srgbClr val="131C2B"/>
          </a:solidFill>
          <a:ln w="12700">
            <a:solidFill>
              <a:srgbClr val="131C2B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91728" y="1234440"/>
            <a:ext cx="3148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orchestrator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4884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EAF0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51453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151453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54265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54265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policy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57078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57078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59890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59890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62703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562703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65515" y="2450592"/>
            <a:ext cx="1474797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65515" y="2450592"/>
            <a:ext cx="1474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10128"/>
            <a:ext cx="1109167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48640" y="33101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knowledge_base.json   ·   employee_requests.json   ·   tickets.json   ·   data/runtime (generated tickets + audit log)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5362956" cy="1143000"/>
          </a:xfrm>
          <a:prstGeom prst="roundRect">
            <a:avLst>
              <a:gd name="adj" fmla="val 4800"/>
            </a:avLst>
          </a:prstGeom>
          <a:solidFill>
            <a:srgbClr val="EAF0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443484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sits only on the Understand step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754880"/>
            <a:ext cx="48143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 message into structured facts. It never decides, never picks a team, never writes policy text.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7356" y="4224528"/>
            <a:ext cx="5362956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51676" y="443484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downstream is deterministic Python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551676" y="4754880"/>
            <a:ext cx="48143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database, no agent framework, no microservices - 11 policies do not need them.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understands. Code decides.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makes one explicit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371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fully answers it, employee can self-serve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371600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Wi-Fi (KB-07)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423160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231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219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fact decides the outcome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221992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VPN access" - full-time or contractor?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73552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0723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function owns 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072384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access goes to Finance (KB-08)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22776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23944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92277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risk, policy conflict, or no policy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922776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(KB-09)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74336"/>
            <a:ext cx="1572768" cy="329184"/>
          </a:xfrm>
          <a:prstGeom prst="roundRect">
            <a:avLst>
              <a:gd name="adj" fmla="val 138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97433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47731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supports it, but IT must act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773168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unlock (KB-01)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235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17320" y="5623560"/>
            <a:ext cx="2423160" cy="329184"/>
          </a:xfrm>
          <a:prstGeom prst="roundRect">
            <a:avLst>
              <a:gd name="adj" fmla="val 1388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17320" y="56235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security incidents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5623560"/>
            <a:ext cx="2423160" cy="329184"/>
          </a:xfrm>
          <a:prstGeom prst="roundRect">
            <a:avLst>
              <a:gd name="adj" fmla="val 13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0" y="56235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needs approval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5623560"/>
            <a:ext cx="2103120" cy="329184"/>
          </a:xfrm>
          <a:prstGeom prst="roundRect">
            <a:avLst>
              <a:gd name="adj" fmla="val 13888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5623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self-service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right policy, and proving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017520" cy="2286000"/>
          </a:xfrm>
          <a:prstGeom prst="roundRect">
            <a:avLst>
              <a:gd name="adj" fmla="val 2400"/>
            </a:avLst>
          </a:prstGeom>
          <a:solidFill>
            <a:srgbClr val="131C2B"/>
          </a:solidFill>
          <a:ln w="12700">
            <a:solidFill>
              <a:srgbClr val="131C2B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505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- the only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knowledge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0" y="1280160"/>
            <a:ext cx="779983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114800" y="1417320"/>
            <a:ext cx="7251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keyword search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709928"/>
            <a:ext cx="7251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40 lines of Python. No external service, no vector database.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0" y="2514600"/>
            <a:ext cx="7799832" cy="1051560"/>
          </a:xfrm>
          <a:prstGeom prst="roundRect">
            <a:avLst>
              <a:gd name="adj" fmla="val 5217"/>
            </a:avLst>
          </a:prstGeom>
          <a:solidFill>
            <a:srgbClr val="EAF0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114800" y="2651760"/>
            <a:ext cx="7251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pinning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944368"/>
            <a:ext cx="7251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governing policy is retrieved even when the employee’s words do not appear in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977640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attribution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15968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sentence shown is copied verbatim from the knowledge base - nothing is paraphrased into a new rule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lists the policy IDs it used, with the policy text and a relevance score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above threshold means no citation is shown - we never imply coverage that does not exist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97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asserts that every sentence displayed exists word-for-word in the knowledge base.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parts that must never depend on a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7768" cy="3657600"/>
          </a:xfrm>
          <a:prstGeom prst="roundRect">
            <a:avLst>
              <a:gd name="adj" fmla="val 1578"/>
            </a:avLst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222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fixed patterns in code, before anything else runs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ESCALATE, HIGH, Security Team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 security mailbox; do not forward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classifying it otherwise is overridden, and the override is logged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5592" y="1280160"/>
            <a:ext cx="3477768" cy="3657600"/>
          </a:xfrm>
          <a:prstGeom prst="roundRect">
            <a:avLst>
              <a:gd name="adj" fmla="val 1578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9912" y="148132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policy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29912" y="179222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vs ASSET-POL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29912" y="217627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KB-03: eligible after 3 years. ASSET-POL: 4-year cycle plus Finance sign-off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3.5 years it retrieves both, states the conflict, and refuses to pick a side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over-escalate: a 2-year-old flickering screen gets a diagnostic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62544" y="1280160"/>
            <a:ext cx="3477768" cy="3657600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36864" y="1481328"/>
            <a:ext cx="2929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policy at all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6864" y="1792224"/>
            <a:ext cx="292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36864" y="2176272"/>
            <a:ext cx="29291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the available IT knowledge base, I do not have enough information to safely resolve this request, so I will route it for human review."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human instead of answered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response for a broken office chair or an admin-access request - neither is covered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difference between a demo and something you would let near real employees.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scenarios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application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3619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Wi-Fi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41732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directly, no ticket (KB-07)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48672" y="154533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48672" y="154533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17627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report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05740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Security, HIGH priority (KB-09)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48672" y="218541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281635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"it’s not working"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69748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is broken, guesses nothing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48672" y="282549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48672" y="28254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345643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access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333756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Finance - IT cannot grant it (KB-08)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48672" y="346557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48672" y="346557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" y="409651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07008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login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069080" y="397764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with IT - existing account, technical issue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48672" y="410565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48672" y="410565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617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" y="473659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9808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207008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3.5 years, dead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069080" y="461772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stated, escalated to IT and Finance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48672" y="474573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948672" y="474573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9808" y="5376672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9808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207008" y="5257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2 years, flickering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4069080" y="5257800"/>
            <a:ext cx="5696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ticket - deliberately not escalated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948672" y="5385816"/>
            <a:ext cx="1463040" cy="301752"/>
          </a:xfrm>
          <a:prstGeom prst="roundRect">
            <a:avLst>
              <a:gd name="adj" fmla="val 15151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948672" y="53858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9893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and 5 together are the routing story.   6 and 7 together are the judgement story.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recorded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62956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1481328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ticket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82596" y="1874520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2596" y="1874520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23944" y="1874520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23944" y="1874520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41248" y="2295144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295144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2596" y="2295144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82596" y="2295144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23944" y="2295144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23944" y="2295144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1248" y="2715768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2715768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82596" y="2715768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82596" y="2715768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23944" y="2715768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23944" y="2715768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team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1248" y="3136392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3136392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policy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82596" y="3136392"/>
            <a:ext cx="149504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82596" y="3136392"/>
            <a:ext cx="14950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3703320"/>
            <a:ext cx="47777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tickets use synthetic NEW-1xxx IDs, tagged agent-created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closed kept separate - closed tickets are precedent, not policy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created when the decision calls for one - RESOLVE and CLARIFY create none, which keeps the queue clean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7356" y="1280160"/>
            <a:ext cx="5362956" cy="4114800"/>
          </a:xfrm>
          <a:prstGeom prst="roundRect">
            <a:avLst>
              <a:gd name="adj" fmla="val 1333"/>
            </a:avLst>
          </a:prstGeom>
          <a:solidFill>
            <a:srgbClr val="EAF0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76200" dist="12700" dir="5400000">
              <a:srgbClr val="101828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69964" y="1481328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69964" y="1792224"/>
            <a:ext cx="477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11 events per interaction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06540" y="2240280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44284" y="2157984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received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06540" y="2532888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4284" y="2450592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06540" y="2825496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44284" y="274320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retrieved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06540" y="3118104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4284" y="3035808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context retrieved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06540" y="3410712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44284" y="3328416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606540" y="3703320"/>
            <a:ext cx="109728" cy="10972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44284" y="3621024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conflict detected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606540" y="3995928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44284" y="3913632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made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606540" y="4288536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44284" y="4206240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generated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606540" y="4581144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44284" y="4498848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escalation raised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606540" y="4873752"/>
            <a:ext cx="109728" cy="1097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44284" y="4791456"/>
            <a:ext cx="4494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created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569964" y="5102352"/>
            <a:ext cx="477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disk - survives a restart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ticket tells you what happened once. It does not make it a rule - and the agent says so on screen.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honest limits, and what is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E2C45"/>
          </a:solidFill>
          <a:ln w="12700">
            <a:solidFill>
              <a:srgbClr val="2C3E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 ·   FastAPI + Pydantic   ·   BM25 in pure Python   ·   JSON storage   ·   optional OpenAI-compatible LLM   ·   76 pytest tests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477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an LLM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477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means deterministic fallback mode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Timeout, bad JSON or an invented topic all fall back cleanly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shows which mode is active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55592" y="2331720"/>
            <a:ext cx="3477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55592" y="2743200"/>
            <a:ext cx="3477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authentication; JSON files, not a database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lexical, not semantic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actually sent - no real email, no ServiceNow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verify anything, only record and route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62544" y="2331720"/>
            <a:ext cx="3477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62544" y="2743200"/>
            <a:ext cx="3477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ticketing, email and SSO integration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retrieval, keeping topic pinning as the safety net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harness running in CI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understands. Code decides. That is what makes it auditable.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it-service-agent.onrender.com   ·   github.com/deepakkarhana/IT-Service-Agent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Agent</dc:title>
  <dc:subject>PptxGenJS Presentation</dc:subject>
  <dc:creator>IT Service Agent</dc:creator>
  <cp:lastModifiedBy>IT Service Agent</cp:lastModifiedBy>
  <cp:revision>1</cp:revision>
  <dcterms:created xsi:type="dcterms:W3CDTF">2026-09-20T13:37:13Z</dcterms:created>
  <dcterms:modified xsi:type="dcterms:W3CDTF">2026-09-20T13:37:13Z</dcterms:modified>
</cp:coreProperties>
</file>